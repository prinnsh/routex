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RouteX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AI-Driven Smart City Fleet Intelligence Optimizer</a:t>
            </a:r>
          </a:p>
          <a:p>
            <a:r>
              <a:t>Eliminating 'Phantom Buses' across global transit networks.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The Problem: The $100M Transit Bleed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Cities waste millions deploying empty 'Phantom Buses' on low-demand routes.</a:t>
            </a:r>
          </a:p>
          <a:p>
            <a:pPr>
              <a:defRPr sz="2400"/>
            </a:pPr>
            <a:r>
              <a:t>Simultaneously, high-demand transit routes suffer severe overcrowding and delays.</a:t>
            </a:r>
          </a:p>
          <a:p>
            <a:pPr>
              <a:defRPr sz="2400"/>
            </a:pPr>
            <a:r>
              <a:t>Static timetables cannot adapt to real-world, dynamic commuter spikes.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The RouteX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Dynamic Fleet Re-Routing via Edge AI.</a:t>
            </a:r>
          </a:p>
          <a:p>
            <a:pPr>
              <a:defRPr sz="2400"/>
            </a:pPr>
            <a:r>
              <a:t>1. Geospatial Digital Twin: Maps live physical infrastructure constraints.</a:t>
            </a:r>
          </a:p>
          <a:p>
            <a:pPr>
              <a:defRPr sz="2400"/>
            </a:pPr>
            <a:r>
              <a:t>2. Predictive AI: Ingests live telemetry to mathematically forecast bottlenecks.</a:t>
            </a:r>
          </a:p>
          <a:p>
            <a:pPr>
              <a:defRPr sz="2400"/>
            </a:pPr>
            <a:r>
              <a:t>3. Automated Dispatching: Computes optimum states and alerts operators.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Target Audience &amp;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Municipal Transport Authorities (BRTS, AMTS, Metro Feeders).</a:t>
            </a:r>
          </a:p>
          <a:p>
            <a:pPr>
              <a:defRPr sz="2400"/>
            </a:pPr>
            <a:r>
              <a:t>Smart City Urban Planners &amp; Municipal Corporations.</a:t>
            </a:r>
          </a:p>
          <a:p>
            <a:pPr>
              <a:defRPr sz="2400"/>
            </a:pPr>
            <a:r>
              <a:t>Private Intercity Commercial Fleet Operators.</a:t>
            </a:r>
          </a:p>
          <a:p>
            <a:pPr>
              <a:defRPr sz="2400"/>
            </a:pPr>
            <a:r>
              <a:t>Market Size: $60+ Billion Global Smart Transit Software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Under the Hood: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Frontend: HTML5, Vanilla JS, CSS3 Dynamic Glassmorphic UI.</a:t>
            </a:r>
          </a:p>
          <a:p>
            <a:pPr>
              <a:defRPr sz="2400"/>
            </a:pPr>
            <a:r>
              <a:t>Spatial Mapping: Leaflet.js with OSRM (Open Source Routing Machine).</a:t>
            </a:r>
          </a:p>
          <a:p>
            <a:pPr>
              <a:defRPr sz="2400"/>
            </a:pPr>
            <a:r>
              <a:t>Intelligence Layer: Python 3 with Flask RestX.</a:t>
            </a:r>
          </a:p>
          <a:p>
            <a:pPr>
              <a:defRPr sz="2400"/>
            </a:pPr>
            <a:r>
              <a:t>Infrastructure: Gunicorn web servers orchestrated via Render Cloud.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Key Feature 1: The Spatial Digital Twin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It's not just drawing abstract 'straight lines'.</a:t>
            </a:r>
          </a:p>
          <a:p>
            <a:pPr>
              <a:defRPr sz="2400"/>
            </a:pPr>
            <a:r>
              <a:t>We built a topological map replica that understands real roads.</a:t>
            </a:r>
          </a:p>
          <a:p>
            <a:pPr>
              <a:defRPr sz="2400"/>
            </a:pPr>
            <a:r>
              <a:t>Using asynchronous OSRM rendering algorithms, RouteX bounds vehicle pathing natively to physical asphalt constraints—including bridges and flyovers.</a:t>
            </a:r>
          </a:p>
          <a:p>
            <a:pPr>
              <a:defRPr sz="2400"/>
            </a:pPr>
            <a:r>
              <a:t>This ensures our AI output provides 100% realistic deployment parameters.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Key Feature 2: Core AI Utilization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Predict. Prevent. Optimize.</a:t>
            </a:r>
          </a:p>
          <a:p>
            <a:pPr>
              <a:defRPr sz="2400"/>
            </a:pPr>
            <a:r>
              <a:t>RouteX logic arrays process thousands of simulated data trips instantly.</a:t>
            </a:r>
          </a:p>
          <a:p>
            <a:pPr>
              <a:defRPr sz="2400"/>
            </a:pPr>
            <a:r>
              <a:t>Routes are mathematically scored by their capacity-utilization percentages.</a:t>
            </a:r>
          </a:p>
          <a:p>
            <a:pPr>
              <a:defRPr sz="2400"/>
            </a:pPr>
            <a:r>
              <a:t>We instantly locate the worst-performing 'phantom routes' and extract those vehicles to fix high-demand queues.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Key Feature 3: Live SMTP Actionable Dispatch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Data without action is useless. RouteX forces physical action.</a:t>
            </a:r>
          </a:p>
          <a:p>
            <a:pPr>
              <a:defRPr sz="2400"/>
            </a:pPr>
            <a:r>
              <a:t>The backend secures a direct SMTP payload connection to the depot server.</a:t>
            </a:r>
          </a:p>
          <a:p>
            <a:pPr>
              <a:defRPr sz="2400"/>
            </a:pPr>
            <a:r>
              <a:t>Once the AI calculates a required route balance, RouteX serves as a virtual dispatcher.</a:t>
            </a:r>
          </a:p>
          <a:p>
            <a:pPr>
              <a:defRPr sz="2400"/>
            </a:pPr>
            <a:r>
              <a:t>It generates and emails highly-specific encrypted directives to physical depot operating rooms instantly.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Implementation &amp; 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Saves transit authorities heavily on unnecessary diesel, EV charge, and gross maintenance costs.</a:t>
            </a:r>
          </a:p>
          <a:p>
            <a:pPr>
              <a:defRPr sz="2400"/>
            </a:pPr>
            <a:r>
              <a:t>Improves mass commuting by slashing citizen wait times by up to 40%.</a:t>
            </a:r>
          </a:p>
          <a:p>
            <a:pPr>
              <a:defRPr sz="2400"/>
            </a:pPr>
            <a:r>
              <a:t>B2G (Business-to-Government) monthly cloud-software subscription model.</a:t>
            </a:r>
          </a:p>
          <a:p>
            <a:pPr>
              <a:defRPr sz="2400"/>
            </a:pPr>
            <a:r>
              <a:t>Zero hardware installation necessary. 100% software drop-in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Conclusion: The Future is Dynamic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We are transforming static timetables into living, breathing urban algorithms.</a:t>
            </a:r>
          </a:p>
          <a:p>
            <a:pPr>
              <a:defRPr sz="2400"/>
            </a:pPr>
            <a:r>
              <a:t>Thank you!</a:t>
            </a:r>
          </a:p>
          <a:p>
            <a:pPr>
              <a:defRPr sz="2400"/>
            </a:pPr>
            <a:r>
              <a:t>Live Code Demonstration Follows.</a:t>
            </a:r>
          </a:p>
          <a:p>
            <a:pPr>
              <a:defRPr sz="2400"/>
            </a:pPr>
            <a:r>
              <a:t>Repository: https://github.com/Prinnsh/RouteX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