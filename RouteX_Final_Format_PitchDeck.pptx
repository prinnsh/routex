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RouteX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Fleet Intelligence &amp; Utilization Optimizer</a:t>
            </a:r>
          </a:p>
          <a:p>
            <a:r>
              <a:t>Transforming static transit networks into a dynamic living algorithm.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Cities waste immense capital deploying 'Phantom Buses' on completely empty routes.</a:t>
            </a:r>
          </a:p>
          <a:p>
            <a:pPr>
              <a:defRPr sz="2200"/>
            </a:pPr>
            <a:r>
              <a:t>Simultaneously, high-demand corridors suffer from severe overcrowding and commuter delays.</a:t>
            </a:r>
          </a:p>
          <a:p>
            <a:pPr>
              <a:defRPr sz="2200"/>
            </a:pPr>
            <a:r>
              <a:t>Static transit dispatching schedules cannot adapt to real-world, unpredictable passenger fluctuations.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2.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To convert static public transit networks into autonomous, mathematically-driven systems.</a:t>
            </a:r>
          </a:p>
          <a:p>
            <a:pPr>
              <a:defRPr sz="2200"/>
            </a:pPr>
            <a:r>
              <a:t>To minimize environmental waste by physically extracting vehicles from dead routes.</a:t>
            </a:r>
          </a:p>
          <a:p>
            <a:pPr>
              <a:defRPr sz="2200"/>
            </a:pPr>
            <a:r>
              <a:t>To maximize commuter satisfaction by ensuring buses are automatically redeployed exactly where demand surges.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3.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real-time Smart City Digital Twin powered by a predictive Python AI backend.</a:t>
            </a:r>
          </a:p>
          <a:p>
            <a:pPr>
              <a:defRPr sz="2200"/>
            </a:pPr>
            <a:r>
              <a:t>The system natively ingests live passenger telemetries and calculates optimal route re-distributions continuously.</a:t>
            </a:r>
          </a:p>
          <a:p>
            <a:pPr>
              <a:defRPr sz="2200"/>
            </a:pPr>
            <a:r>
              <a:t>An automated SMTP framework instantly emails remote depot operators to physically execute these AI-driven re-routings.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4.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Frontend: HTML5, CSS3 Dynamic Glassmorphism, Vanilla JS.</a:t>
            </a:r>
          </a:p>
          <a:p>
            <a:pPr>
              <a:defRPr sz="2200"/>
            </a:pPr>
            <a:r>
              <a:t>Geospatial Intelligence: Leaflet.js mapping natively bound to OSRM (Open Source Routing Machine).</a:t>
            </a:r>
          </a:p>
          <a:p>
            <a:pPr>
              <a:defRPr sz="2200"/>
            </a:pPr>
            <a:r>
              <a:t>Backend &amp; Logic Engine: Python 3 and Flask Restful infrastructure.</a:t>
            </a:r>
          </a:p>
          <a:p>
            <a:pPr>
              <a:defRPr sz="2200"/>
            </a:pPr>
            <a:r>
              <a:t>Deployment &amp; Cloud: Render Cloud Web-Server Orchestration.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5.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Data Ingestion: Sub-systems poll IoT transit logs simulating live passenger fluctuations.</a:t>
            </a:r>
          </a:p>
          <a:p>
            <a:pPr>
              <a:defRPr sz="2200"/>
            </a:pPr>
            <a:r>
              <a:t>Mathematical Modeling: Assigns capacity-utilization scores to identify critical threshold breaches.</a:t>
            </a:r>
          </a:p>
          <a:p>
            <a:pPr>
              <a:defRPr sz="2200"/>
            </a:pPr>
            <a:r>
              <a:t>Geospatial Mapping: Bounds physical routing logic directly to real-world asphalt and bridges via OSRM algorithms.</a:t>
            </a:r>
          </a:p>
          <a:p>
            <a:pPr>
              <a:defRPr sz="2200"/>
            </a:pPr>
            <a:r>
              <a:t>Action Execution: Triggers encrypted distribution emails straight to city control rooms.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6. Use Case &amp; System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1. [Transit IoT Sensors] -&gt; Track boarding passengers in real-time.</a:t>
            </a:r>
          </a:p>
          <a:p>
            <a:pPr>
              <a:defRPr sz="2200"/>
            </a:pPr>
            <a:r>
              <a:t>2. [Python Engine] -&gt; Detects 'Overcrowded' capacities and calculates exact fleet extraction requirements.</a:t>
            </a:r>
          </a:p>
          <a:p>
            <a:pPr>
              <a:defRPr sz="2200"/>
            </a:pPr>
            <a:r>
              <a:t>3. [RouteX Command Center] -&gt; Triggers visual alarms &amp; dynamically shifts live-tracking GIS map markers.</a:t>
            </a:r>
          </a:p>
          <a:p>
            <a:pPr>
              <a:defRPr sz="2200"/>
            </a:pPr>
            <a:r>
              <a:t>4. [SMTP Gateway] -&gt; Fires dispatch directive directly to Transit Authority Operational Depots.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7. USP &amp; 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Unique Selling Proposition: We don't just display data; our architecture initiates automated physical responses.</a:t>
            </a:r>
          </a:p>
          <a:p>
            <a:pPr>
              <a:defRPr sz="2200"/>
            </a:pPr>
            <a:r>
              <a:t>Benefit 1: Severe reduction in wasted diesel fuel and battery emissions globally.</a:t>
            </a:r>
          </a:p>
          <a:p>
            <a:pPr>
              <a:defRPr sz="2200"/>
            </a:pPr>
            <a:r>
              <a:t>Benefit 2: Massive reduction in cumulative citizen wait times.</a:t>
            </a:r>
          </a:p>
          <a:p>
            <a:pPr>
              <a:defRPr sz="2200"/>
            </a:pPr>
            <a:r>
              <a:t>Benefit 3: Pure software drop-in integration requiring zero hardware retrofits.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8. Innovation &amp;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Static vs. Dynamic: Legacy analytics solutions merely monitor history. RouteX predicts and proactively reassigns.</a:t>
            </a:r>
          </a:p>
          <a:p>
            <a:pPr>
              <a:defRPr sz="2200"/>
            </a:pPr>
            <a:r>
              <a:t>Topological Constraints: Instead of drawing abstract lines, RouteX bounds vehicle pathing to true, physical street geometries.</a:t>
            </a:r>
          </a:p>
          <a:p>
            <a:pPr>
              <a:defRPr sz="2200"/>
            </a:pPr>
            <a:r>
              <a:t>Cloud Accessibility: Fully hosted, single-URL architecture guaranteeing seamless mobile-to-desktop responsivity globally.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9.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Native deployment into India's public Global Transit Feed Specification (GTFS-RT) live API feeds.</a:t>
            </a:r>
          </a:p>
          <a:p>
            <a:pPr>
              <a:defRPr sz="2200"/>
            </a:pPr>
            <a:r>
              <a:t>Transitioning from SMTP Email triggering to pushing direct digital dashboard HUD alerts inside physical driver cabins.</a:t>
            </a:r>
          </a:p>
          <a:p>
            <a:pPr>
              <a:defRPr sz="2200"/>
            </a:pPr>
            <a:r>
              <a:t>Horizontal expansion into Private Commercial fleets, Logistics networks, and Emergency Services routing.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10. 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[Your Name] - Lead Engineer &amp; Architect</a:t>
            </a:r>
          </a:p>
          <a:p>
            <a:pPr>
              <a:defRPr sz="2200"/>
            </a:pPr>
            <a:r>
              <a:t>[Teammate Name] - Data Integration Specialist</a:t>
            </a:r>
          </a:p>
          <a:p>
            <a:pPr>
              <a:defRPr sz="2200"/>
            </a:pPr>
            <a:r>
              <a:t>[Teammate Name] - Infrastructure Lead</a:t>
            </a:r>
          </a:p>
          <a:p>
            <a:pPr>
              <a:defRPr sz="2200"/>
            </a:pPr>
            <a:r>
              <a:t>(Note: Be sure to change these names to your actual team members!)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11. 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Transforming Smart City transit through autonomous logic.</a:t>
            </a:r>
          </a:p>
          <a:p>
            <a:pPr>
              <a:defRPr sz="2200"/>
            </a:pPr>
            <a:r>
              <a:t>Live System Demo: https://routex-rscc.onrender.com</a:t>
            </a:r>
          </a:p>
          <a:p>
            <a:pPr>
              <a:defRPr sz="2200"/>
            </a:pPr>
            <a:r>
              <a:t>Public Repository: https://github.com/Prinnsh/RouteX</a:t>
            </a:r>
          </a:p>
          <a:p>
            <a:pPr>
              <a:defRPr sz="2200"/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